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AB646-1DC0-B87A-029F-08F38D1B0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8AC6A5-8723-C025-C883-522295817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B2FF70-8B36-47D4-9D50-F463BB3AB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97F1-D906-46EA-B59D-6F9B7F691D26}" type="datetimeFigureOut">
              <a:rPr lang="pt-BR" smtClean="0"/>
              <a:t>08/09/2025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FC99A9-91CB-A3B0-9184-CE4F000B1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18D90E-94DC-AE84-FDB1-B8555B4B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21E-8409-44EC-BA7E-0889D4FBAD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177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9B1C29-6DFD-FA86-3EA4-863B6ADEB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F2468F-C580-998F-1E03-CCE370475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F59F5B-3610-EF6A-3C86-0727DD407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97F1-D906-46EA-B59D-6F9B7F691D26}" type="datetimeFigureOut">
              <a:rPr lang="pt-BR" smtClean="0"/>
              <a:t>08/09/2025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7F54E9-EB66-F0CF-F872-C8E893AB0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DA8E97-1C0F-7A5D-409D-6FB7C0EC5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21E-8409-44EC-BA7E-0889D4FBAD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298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713A5-1DCE-21BD-AF82-B4077A43B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0DB020-5834-0ED8-BC9F-FD9616A20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74B978-4F5D-90B7-6A73-836E4ED0A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97F1-D906-46EA-B59D-6F9B7F691D26}" type="datetimeFigureOut">
              <a:rPr lang="pt-BR" smtClean="0"/>
              <a:t>08/09/2025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11E9A9-99DC-9648-3218-6AC40F74D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1514D5-D69D-BE16-C45A-63E665B9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21E-8409-44EC-BA7E-0889D4FBAD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22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4D6B24-E832-3676-B33B-C2178185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C003B2-3D58-61F8-53BD-09B73DF81D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415780-45FB-0FB9-B651-6D00F236F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5E827F-E3BE-CAC3-E55E-2AFF869C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97F1-D906-46EA-B59D-6F9B7F691D26}" type="datetimeFigureOut">
              <a:rPr lang="pt-BR" smtClean="0"/>
              <a:t>08/09/2025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DCF20E-E462-ECA4-6EAC-16EFF871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E95857-27CE-A777-1213-2219F21D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21E-8409-44EC-BA7E-0889D4FBAD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6709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BE91D-F6BF-A181-C3CD-016A4E360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3CE261-B6A5-E16C-6120-3CA6EBFF5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45C366-0EB0-C633-516A-780E21C61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EED9EF3-6B63-0264-55EA-50BB7BA2C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FE59F5-9186-D524-C776-208758914B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62B8E52-8752-F25F-63AE-061DE7F73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97F1-D906-46EA-B59D-6F9B7F691D26}" type="datetimeFigureOut">
              <a:rPr lang="pt-BR" smtClean="0"/>
              <a:t>08/09/2025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E296F63-1E2E-6C74-1FF1-1F7802856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E28D61D-A0D6-985E-FE73-46FFAA258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21E-8409-44EC-BA7E-0889D4FBAD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855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8230BD-DFB4-85C0-4455-721AFEE20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F55F697-6B56-2581-C82F-3E9A3DA7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97F1-D906-46EA-B59D-6F9B7F691D26}" type="datetimeFigureOut">
              <a:rPr lang="pt-BR" smtClean="0"/>
              <a:t>08/09/2025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909B5D-0C6D-A97F-F500-D275CFEB7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0B6EE7C-98F4-FE00-0C09-1C6596174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21E-8409-44EC-BA7E-0889D4FBAD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130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F5D2C91-BB1E-58DB-C68C-F644B6159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97F1-D906-46EA-B59D-6F9B7F691D26}" type="datetimeFigureOut">
              <a:rPr lang="pt-BR" smtClean="0"/>
              <a:t>08/09/2025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640FE52-44BB-A804-FA6E-5B8FE9D79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5922F2-9D33-73A0-C1F1-D3F55C9D8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21E-8409-44EC-BA7E-0889D4FBAD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830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7E420A-F810-5A57-E75F-2CD36827A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22F418-F554-E3FD-D649-E5FF4B09A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11CFB5-34B8-E08D-D508-6625304D8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AD6C54-A638-C217-4CE5-C5D25D5FC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97F1-D906-46EA-B59D-6F9B7F691D26}" type="datetimeFigureOut">
              <a:rPr lang="pt-BR" smtClean="0"/>
              <a:t>08/09/2025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DADA33-0A75-6DD5-D5BF-C6D273207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645DCF-07D6-6EBE-F1D4-90C35F48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21E-8409-44EC-BA7E-0889D4FBAD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362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E15FE-D181-C600-99EA-CBB13B262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8DDAD8-2356-F240-F54E-2BA0DEC34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931268-0A99-0407-43A5-A1BD7BD03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140C48-A9D8-3B27-947A-BF9A73A44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97F1-D906-46EA-B59D-6F9B7F691D26}" type="datetimeFigureOut">
              <a:rPr lang="pt-BR" smtClean="0"/>
              <a:t>08/09/2025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EBD7AB-BF7E-032C-8C2A-3155CAEF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CEC2B4-7AD7-9911-6697-028559E7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21E-8409-44EC-BA7E-0889D4FBAD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845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E21FA-1490-AEB5-68FC-05C5AA34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707EB74-64AF-5F5A-04BC-FDC8FE679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38D1BC-A81A-97DD-8370-608461A4D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97F1-D906-46EA-B59D-6F9B7F691D26}" type="datetimeFigureOut">
              <a:rPr lang="pt-BR" smtClean="0"/>
              <a:t>08/09/2025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238AAA-AA3E-79DF-9537-E43FB5950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E29D57-4B0F-1F95-9924-079D23190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21E-8409-44EC-BA7E-0889D4FBAD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3260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1D57C9F-C7DD-BBD1-3427-02051EF14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09EEAF-93ED-14CC-233B-80A726924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5439C1-F26E-DD2A-FA8C-203436D0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97F1-D906-46EA-B59D-6F9B7F691D26}" type="datetimeFigureOut">
              <a:rPr lang="pt-BR" smtClean="0"/>
              <a:t>08/09/2025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39B951-1F85-EA0C-36D8-6F9701166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D84807-5287-B324-9772-92299026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21E-8409-44EC-BA7E-0889D4FBAD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511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4369EC6-F04E-DE93-3A61-AFCCF9E35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695E48-142B-C32E-6B17-D94325585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445074-7FB9-D59E-FB37-969CB5587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497F1-D906-46EA-B59D-6F9B7F691D26}" type="datetimeFigureOut">
              <a:rPr lang="pt-BR" smtClean="0"/>
              <a:t>08/09/2025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51C222-DDB9-CB5D-63F1-544053D5C7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7D6227-87AF-8DAB-2715-4FD72DE4F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B821E-8409-44EC-BA7E-0889D4FBAD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8795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5248B48-C78C-532D-41D6-FB016E4A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				  Definição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E2ABAC7-AD2D-838A-FB6D-492B3F82D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7741"/>
            <a:ext cx="10515600" cy="4079222"/>
          </a:xfrm>
        </p:spPr>
        <p:txBody>
          <a:bodyPr/>
          <a:lstStyle/>
          <a:p>
            <a:r>
              <a:rPr lang="pt-BR" dirty="0"/>
              <a:t>CLI (Command </a:t>
            </a:r>
            <a:r>
              <a:rPr lang="pt-BR" dirty="0" err="1"/>
              <a:t>Line</a:t>
            </a:r>
            <a:r>
              <a:rPr lang="pt-BR" dirty="0"/>
              <a:t> Interface) é uma interface baseada em texto, onde o usuário interage com o computador digitando comandos.</a:t>
            </a:r>
          </a:p>
          <a:p>
            <a:r>
              <a:rPr lang="pt-BR" dirty="0"/>
              <a:t>Exemplos: </a:t>
            </a:r>
            <a:r>
              <a:rPr lang="pt-BR" b="1" dirty="0"/>
              <a:t>CMD, </a:t>
            </a:r>
            <a:r>
              <a:rPr lang="pt-BR" b="1" dirty="0" err="1"/>
              <a:t>PowerShell</a:t>
            </a:r>
            <a:r>
              <a:rPr lang="pt-BR" b="1" dirty="0"/>
              <a:t>, MySQL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2307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D1D5FA-A3C6-6580-49CD-8802DAD99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				  Conceito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53840F-6B17-3523-73F0-22DB85265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das formas mais antigas de interação homem-máquina, utilizada desde Unix e DOS.</a:t>
            </a:r>
          </a:p>
          <a:p>
            <a:r>
              <a:rPr lang="pt-BR" dirty="0"/>
              <a:t>Exemplos: </a:t>
            </a:r>
            <a:r>
              <a:rPr lang="pt-BR" b="1" dirty="0"/>
              <a:t>Terminal Linux, </a:t>
            </a:r>
            <a:r>
              <a:rPr lang="pt-BR" b="1" dirty="0" err="1"/>
              <a:t>macOS</a:t>
            </a:r>
            <a:r>
              <a:rPr lang="pt-BR" b="1" dirty="0"/>
              <a:t> Terminal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0561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5768B-C945-217D-616C-F0F9D9624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			     Características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2E728F-E805-4113-6D96-6B8292705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Foco em precisão, rapidez e automação, em vez de menus e janelas gráficas.</a:t>
            </a:r>
          </a:p>
          <a:p>
            <a:r>
              <a:rPr lang="pt-BR" dirty="0"/>
              <a:t>Onde podemos usar: </a:t>
            </a:r>
            <a:r>
              <a:rPr lang="pt-BR" b="1" dirty="0" err="1"/>
              <a:t>PowerShell</a:t>
            </a:r>
            <a:r>
              <a:rPr lang="pt-BR" b="1" dirty="0"/>
              <a:t> (</a:t>
            </a:r>
            <a:r>
              <a:rPr lang="pt-BR" b="1" dirty="0" err="1"/>
              <a:t>Get-Process</a:t>
            </a:r>
            <a:r>
              <a:rPr lang="pt-BR" b="1" dirty="0"/>
              <a:t>), </a:t>
            </a:r>
            <a:r>
              <a:rPr lang="pt-BR" b="1" dirty="0" err="1"/>
              <a:t>Bash</a:t>
            </a:r>
            <a:r>
              <a:rPr lang="pt-BR" b="1" dirty="0"/>
              <a:t> (</a:t>
            </a:r>
            <a:r>
              <a:rPr lang="pt-BR" b="1" dirty="0" err="1"/>
              <a:t>ls</a:t>
            </a:r>
            <a:r>
              <a:rPr lang="pt-BR" b="1" dirty="0"/>
              <a:t>, </a:t>
            </a:r>
            <a:r>
              <a:rPr lang="pt-BR" b="1" dirty="0" err="1"/>
              <a:t>cd</a:t>
            </a:r>
            <a:r>
              <a:rPr lang="pt-BR" b="1" dirty="0"/>
              <a:t>, </a:t>
            </a:r>
            <a:r>
              <a:rPr lang="pt-BR" b="1" dirty="0" err="1"/>
              <a:t>mkdir</a:t>
            </a:r>
            <a:r>
              <a:rPr lang="pt-BR" b="1" dirty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7772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365C97-6345-6FDA-6819-0081F62D3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				  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A75CB3-CC83-EF63-35FC-5C8F845ED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Permite maior controle do sistema e execução eficiente de tarefas complexas.</a:t>
            </a:r>
          </a:p>
          <a:p>
            <a:r>
              <a:rPr lang="pt-BR" dirty="0"/>
              <a:t>Onde podemos usar: </a:t>
            </a:r>
            <a:r>
              <a:rPr lang="pt-BR" b="1" dirty="0"/>
              <a:t>MySQL (SELECT * FROM...)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325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23A8E-E304-769F-825A-364B1453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				Desafio inicial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4F68AB-DA28-81B8-28C6-0C60495CE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Exige memorização de comandos, mas oferece flexibilidade e poder em troca.</a:t>
            </a:r>
          </a:p>
          <a:p>
            <a:r>
              <a:rPr lang="pt-BR" dirty="0"/>
              <a:t>Onde podemos usar: </a:t>
            </a:r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Bash</a:t>
            </a:r>
            <a:r>
              <a:rPr lang="pt-BR" b="1" dirty="0"/>
              <a:t> (</a:t>
            </a:r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commit</a:t>
            </a:r>
            <a:r>
              <a:rPr lang="pt-BR" b="1" dirty="0"/>
              <a:t>, </a:t>
            </a:r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push</a:t>
            </a:r>
            <a:r>
              <a:rPr lang="pt-BR" b="1" dirty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9629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760EC8DE8269742B30689649810CE5F" ma:contentTypeVersion="10" ma:contentTypeDescription="Crie um novo documento." ma:contentTypeScope="" ma:versionID="aa2a79ab6c418e4525d8ba4dbbfef3df">
  <xsd:schema xmlns:xsd="http://www.w3.org/2001/XMLSchema" xmlns:xs="http://www.w3.org/2001/XMLSchema" xmlns:p="http://schemas.microsoft.com/office/2006/metadata/properties" xmlns:ns3="a62af083-eb25-48ef-a91a-54d376d3062b" targetNamespace="http://schemas.microsoft.com/office/2006/metadata/properties" ma:root="true" ma:fieldsID="4b89858e762d428da5e09e4d980e4626" ns3:_="">
    <xsd:import namespace="a62af083-eb25-48ef-a91a-54d376d3062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2af083-eb25-48ef-a91a-54d376d3062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62af083-eb25-48ef-a91a-54d376d3062b" xsi:nil="true"/>
  </documentManagement>
</p:properties>
</file>

<file path=customXml/itemProps1.xml><?xml version="1.0" encoding="utf-8"?>
<ds:datastoreItem xmlns:ds="http://schemas.openxmlformats.org/officeDocument/2006/customXml" ds:itemID="{33B9E269-DF1C-4159-9E7C-930B331D22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2af083-eb25-48ef-a91a-54d376d306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F98385-EF63-45D7-BCD7-E83C1ED450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E2CC6A-1B23-4360-8499-67E6604194E1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a62af083-eb25-48ef-a91a-54d376d3062b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161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      Definição</vt:lpstr>
      <vt:lpstr>      Conceito</vt:lpstr>
      <vt:lpstr>        Características</vt:lpstr>
      <vt:lpstr>      Vantagens</vt:lpstr>
      <vt:lpstr>    Desafio inicial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Nascimento Nogueira</dc:creator>
  <cp:lastModifiedBy>Gabriel Nascimento Nogueira</cp:lastModifiedBy>
  <cp:revision>1</cp:revision>
  <dcterms:created xsi:type="dcterms:W3CDTF">2025-09-08T14:35:19Z</dcterms:created>
  <dcterms:modified xsi:type="dcterms:W3CDTF">2025-09-08T14:46:22Z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0x0101004760EC8DE8269742B30689649810CE5F</vt:lpwstr>
  </property>
</Properties>
</file>